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-77" y="-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Interview Types &amp;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what different interviews are really measuring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interview is a different game.</a:t>
            </a:r>
          </a:p>
          <a:p>
            <a:r>
              <a:t>• Same format: Question → Answer</a:t>
            </a:r>
          </a:p>
          <a:p>
            <a:r>
              <a:t>• Different scoring systems, expectations and outcomes.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Spectrum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Entertainment → Influence → Inspiration → Selection → Governance → Employment</a:t>
            </a:r>
          </a:p>
          <a:p>
            <a:r>
              <a:t>• Celebrity</a:t>
            </a:r>
          </a:p>
          <a:p>
            <a:r>
              <a:t>• Politician</a:t>
            </a:r>
          </a:p>
          <a:p>
            <a:r>
              <a:t>• Topper</a:t>
            </a:r>
          </a:p>
          <a:p>
            <a:r>
              <a:t>• Admission</a:t>
            </a:r>
          </a:p>
          <a:p>
            <a:r>
              <a:t>• UPSC</a:t>
            </a:r>
          </a:p>
          <a:p>
            <a:r>
              <a:t>• Hiring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🎤 </a:t>
            </a:r>
            <a:r>
              <a:rPr lang="en-IN" dirty="0" smtClean="0"/>
              <a:t>    </a:t>
            </a:r>
            <a:r>
              <a:rPr dirty="0" smtClean="0"/>
              <a:t>Celebrity </a:t>
            </a:r>
            <a:r>
              <a:rPr dirty="0"/>
              <a:t>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319641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Goal</a:t>
            </a:r>
          </a:p>
          <a:p>
            <a:r>
              <a:rPr dirty="0"/>
              <a:t>Entertainment &amp; </a:t>
            </a:r>
            <a:r>
              <a:rPr dirty="0" err="1"/>
              <a:t>relatability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0" y="2319641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Rewards</a:t>
            </a:r>
          </a:p>
          <a:p>
            <a:r>
              <a:t>Charm, storytelling, quick thinking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4894921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Skill: Image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🏛</a:t>
            </a:r>
            <a:r>
              <a:rPr lang="en-IN" dirty="0" smtClean="0"/>
              <a:t> </a:t>
            </a:r>
            <a:r>
              <a:rPr lang="en-IN" dirty="0" smtClean="0"/>
              <a:t>   </a:t>
            </a:r>
            <a:r>
              <a:rPr dirty="0" smtClean="0"/>
              <a:t>Politician </a:t>
            </a:r>
            <a:r>
              <a:rPr dirty="0"/>
              <a:t>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15767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  <a:p>
            <a:r>
              <a:t>Accountability &amp; pressure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15767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Rewards</a:t>
            </a:r>
          </a:p>
          <a:p>
            <a:r>
              <a:t>Composure, clarity, message control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4428371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Skill: Handling traps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🏆 </a:t>
            </a:r>
            <a:r>
              <a:rPr lang="en-IN" dirty="0" smtClean="0"/>
              <a:t>   </a:t>
            </a:r>
            <a:r>
              <a:rPr dirty="0" smtClean="0"/>
              <a:t>Topper </a:t>
            </a:r>
            <a:r>
              <a:rPr dirty="0"/>
              <a:t>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71753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  <a:p>
            <a:r>
              <a:t>Inspiration &amp; replication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71753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Rewards</a:t>
            </a:r>
          </a:p>
          <a:p>
            <a:r>
              <a:rPr dirty="0"/>
              <a:t>Structure, discipline, humility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4372385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Skill: Making success teachable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🎓 </a:t>
            </a:r>
            <a:r>
              <a:rPr lang="en-IN" dirty="0" smtClean="0"/>
              <a:t>    </a:t>
            </a:r>
            <a:r>
              <a:rPr dirty="0" smtClean="0"/>
              <a:t>College </a:t>
            </a:r>
            <a:r>
              <a:rPr dirty="0"/>
              <a:t>Admission 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1813" y="1675802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  <a:p>
            <a:r>
              <a:t>Fit, intent, maturity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86613" y="1675802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Rewards</a:t>
            </a:r>
          </a:p>
          <a:p>
            <a:r>
              <a:t>Purpose, awareness, communication</a:t>
            </a:r>
          </a:p>
        </p:txBody>
      </p:sp>
      <p:sp>
        <p:nvSpPr>
          <p:cNvPr id="5" name="Chevron 4"/>
          <p:cNvSpPr/>
          <p:nvPr/>
        </p:nvSpPr>
        <p:spPr>
          <a:xfrm>
            <a:off x="2683493" y="4241751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Hidden Skill: Thoughtful opinions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⚖️ UPSC / IAS 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78443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Goal</a:t>
            </a:r>
          </a:p>
          <a:p>
            <a:r>
              <a:rPr dirty="0"/>
              <a:t>Temperament &amp; </a:t>
            </a:r>
            <a:r>
              <a:rPr dirty="0" err="1"/>
              <a:t>judgement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0" y="1778443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Rewards</a:t>
            </a:r>
          </a:p>
          <a:p>
            <a:r>
              <a:rPr dirty="0"/>
              <a:t>Balance, ethics, calm thinking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4195096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Hidden Skill: Reasoning under uncertainty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💼 </a:t>
            </a:r>
            <a:r>
              <a:rPr lang="en-IN" dirty="0" smtClean="0"/>
              <a:t>     </a:t>
            </a:r>
            <a:r>
              <a:rPr dirty="0" smtClean="0"/>
              <a:t>Company </a:t>
            </a:r>
            <a:r>
              <a:rPr dirty="0"/>
              <a:t>Hiring 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41119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  <a:p>
            <a:r>
              <a:t>Performance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741119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Rewards</a:t>
            </a:r>
          </a:p>
          <a:p>
            <a:r>
              <a:t>Evidence, execution, role fit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4325730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Skill: Converting claims into 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Skills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Celebrity → Image Management</a:t>
            </a:r>
          </a:p>
          <a:p>
            <a:r>
              <a:t>• Politician → Message Control</a:t>
            </a:r>
          </a:p>
          <a:p>
            <a:r>
              <a:t>• Topper → Structured Thinking</a:t>
            </a:r>
          </a:p>
          <a:p>
            <a:r>
              <a:t>• Admission → Clarity of Purpose</a:t>
            </a:r>
          </a:p>
          <a:p>
            <a:r>
              <a:t>• UPSC → Judgement</a:t>
            </a:r>
          </a:p>
          <a:p>
            <a:r>
              <a:t>• Hiring → Evidence-Based Communication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Question, Different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"Tell me about yourself"</a:t>
            </a:r>
          </a:p>
          <a:p>
            <a:r>
              <a:t>• Celebrity: Story</a:t>
            </a:r>
          </a:p>
          <a:p>
            <a:r>
              <a:t>• Politician: Position</a:t>
            </a:r>
          </a:p>
          <a:p>
            <a:r>
              <a:t>• Topper: Method</a:t>
            </a:r>
          </a:p>
          <a:p>
            <a:r>
              <a:t>• Admission: Journey</a:t>
            </a:r>
          </a:p>
          <a:p>
            <a:r>
              <a:t>• UPSC: Perspective</a:t>
            </a:r>
          </a:p>
          <a:p>
            <a:r>
              <a:t>• Hiring: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Conflict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Salary negotiation</a:t>
            </a:r>
          </a:p>
          <a:p>
            <a:r>
              <a:t>• Exit interviews</a:t>
            </a:r>
          </a:p>
          <a:p>
            <a:r>
              <a:t>• Performance discussions</a:t>
            </a:r>
          </a:p>
          <a:p>
            <a:r>
              <a:t>• Disciplinary conversations</a:t>
            </a:r>
          </a:p>
          <a:p>
            <a:r>
              <a:t>• Rewards: Emotional control, accountability, negotiation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answering, identify what is being evaluated.</a:t>
            </a:r>
          </a:p>
          <a:p>
            <a:r>
              <a:t>• What behavior is rewarded?</a:t>
            </a:r>
          </a:p>
          <a:p>
            <a:r>
              <a:t>• What evidence is expected?</a:t>
            </a:r>
          </a:p>
          <a:p>
            <a:r>
              <a:t>• Adapt answers to the interview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303</Words>
  <Application>Microsoft Office PowerPoint</Application>
  <PresentationFormat>On-screen Show (4:3)</PresentationFormat>
  <Paragraphs>76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Interview Types &amp; Insights</vt:lpstr>
      <vt:lpstr>Core Idea</vt:lpstr>
      <vt:lpstr>Interview Spectrum</vt:lpstr>
      <vt:lpstr>🎤     Celebrity Interviews</vt:lpstr>
      <vt:lpstr>🏛    Politician Interviews</vt:lpstr>
      <vt:lpstr>🏆    Topper Interviews</vt:lpstr>
      <vt:lpstr>🎓     College Admission Interviews</vt:lpstr>
      <vt:lpstr>⚖️ UPSC / IAS Interviews</vt:lpstr>
      <vt:lpstr>💼      Company Hiring Interviews</vt:lpstr>
      <vt:lpstr>Hidden Skills Matrix</vt:lpstr>
      <vt:lpstr>Same Question, Different Answers</vt:lpstr>
      <vt:lpstr>Conflict Interviews</vt:lpstr>
      <vt:lpstr>Final Takeaway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Types &amp; Insights</dc:title>
  <dc:subject/>
  <dc:creator/>
  <cp:keywords/>
  <dc:description>generated using python-pptx</dc:description>
  <cp:lastModifiedBy>VVFGC OFFICE</cp:lastModifiedBy>
  <cp:revision>2</cp:revision>
  <dcterms:created xsi:type="dcterms:W3CDTF">2013-01-27T09:14:16Z</dcterms:created>
  <dcterms:modified xsi:type="dcterms:W3CDTF">2026-08-11T15:55:22Z</dcterms:modified>
  <cp:category/>
</cp:coreProperties>
</file>